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TimetableGA</a:t>
            </a:r>
          </a:p>
          <a:p>
            <a:pPr/>
            <a:r>
              <a:t>University Timetable Scheduling System using a Genetic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timetable scheduling is time-consuming and error-prone.</a:t>
            </a:r>
          </a:p>
          <a:p>
            <a:pPr/>
            <a:r>
              <a:t>Common conflicts:</a:t>
            </a:r>
          </a:p>
          <a:p>
            <a:pPr/>
            <a:r>
              <a:t>  - Teacher assigned to two classes at the same time.</a:t>
            </a:r>
          </a:p>
          <a:p>
            <a:pPr/>
            <a:r>
              <a:t>  - Room booked for more than one class at the same time.</a:t>
            </a:r>
          </a:p>
          <a:p>
            <a:pPr/>
            <a:r>
              <a:t>  - Unbalanced teaching schedules across days.</a:t>
            </a:r>
          </a:p>
          <a:p>
            <a:pPr/>
            <a:r>
              <a:t>Goal: produce a clash-free, optimized class schedule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Genetic Algorithm (GA) to generate timetables.</a:t>
            </a:r>
          </a:p>
          <a:p>
            <a:pPr/>
            <a:r>
              <a:t>The system evolves schedules from random starting points.</a:t>
            </a:r>
          </a:p>
          <a:p>
            <a:pPr/>
            <a:r>
              <a:t>It selects better schedules, combines them, and mutates them until it finds a strong solution.</a:t>
            </a:r>
          </a:p>
          <a:p>
            <a:pPr/>
            <a:r>
              <a:t>Result: a timetable with minimal or zero conflicts.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GA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Population: create 30 random schedules (chromosomes).</a:t>
            </a:r>
          </a:p>
          <a:p>
            <a:pPr/>
            <a:r>
              <a:t>2. Fitness function: score each schedule based on conflicts.</a:t>
            </a:r>
          </a:p>
          <a:p>
            <a:pPr/>
            <a:r>
              <a:t>3. Selection: keep the best schedules.</a:t>
            </a:r>
          </a:p>
          <a:p>
            <a:pPr/>
            <a:r>
              <a:t>4. Crossover: combine two parent schedules into a child.</a:t>
            </a:r>
          </a:p>
          <a:p>
            <a:pPr/>
            <a:r>
              <a:t>5. Mutation: randomly change a timeslot, room, or teacher.</a:t>
            </a:r>
          </a:p>
          <a:p>
            <a:pPr/>
            <a:r>
              <a:t>6. Repeat: run for up to 100 generations or until the best schedule is perfect.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GA Optimizes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constraints:</a:t>
            </a:r>
          </a:p>
          <a:p>
            <a:pPr/>
            <a:r>
              <a:t>  - No teacher-time conflicts.</a:t>
            </a:r>
          </a:p>
          <a:p>
            <a:pPr/>
            <a:r>
              <a:t>  - No room-time conflicts.</a:t>
            </a:r>
          </a:p>
          <a:p>
            <a:pPr/>
            <a:r>
              <a:t>Soft constraints:</a:t>
            </a:r>
          </a:p>
          <a:p>
            <a:pPr/>
            <a:r>
              <a:t>  - Avoid back-to-back classes for the same teacher.</a:t>
            </a:r>
          </a:p>
          <a:p>
            <a:pPr/>
            <a:r>
              <a:t>  - Encourage even distribution of classes across days.</a:t>
            </a:r>
          </a:p>
          <a:p>
            <a:pPr/>
            <a:r>
              <a:t>Fitness score is calculated as 1 / (1 + penalty).</a:t>
            </a:r>
          </a:p>
          <a:p>
            <a:pPr/>
            <a:r>
              <a:t>Perfect schedule has a fitness of 1.0.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</a:t>
            </a:r>
          </a:p>
          <a:p>
            <a:pPr/>
            <a:r>
              <a:t>  - server.js - Express server and API.</a:t>
            </a:r>
          </a:p>
          <a:p>
            <a:pPr/>
            <a:r>
              <a:t>  - gaEngine.js - Genetic Algorithm logic.</a:t>
            </a:r>
          </a:p>
          <a:p>
            <a:pPr/>
            <a:r>
              <a:t>  - database.js - SQLite database access.</a:t>
            </a:r>
          </a:p>
          <a:p>
            <a:pPr/>
            <a:r>
              <a:t>Frontend:</a:t>
            </a:r>
          </a:p>
          <a:p>
            <a:pPr/>
            <a:r>
              <a:t>  - public/index.html - UI page.</a:t>
            </a:r>
          </a:p>
          <a:p>
            <a:pPr/>
            <a:r>
              <a:t>  - public/js/app.js - browser logic and API calls.</a:t>
            </a:r>
          </a:p>
          <a:p>
            <a:pPr/>
            <a:r>
              <a:t>  - public/css/style.css - UI styling.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Add, delete, and manage:</a:t>
            </a:r>
          </a:p>
          <a:p>
            <a:pPr/>
            <a:r>
              <a:t>  - Courses</a:t>
            </a:r>
          </a:p>
          <a:p>
            <a:pPr/>
            <a:r>
              <a:t>  - Teachers</a:t>
            </a:r>
          </a:p>
          <a:p>
            <a:pPr/>
            <a:r>
              <a:t>  - Rooms</a:t>
            </a:r>
          </a:p>
          <a:p>
            <a:pPr/>
            <a:r>
              <a:t>  - Timeslots</a:t>
            </a:r>
          </a:p>
          <a:p>
            <a:pPr/>
            <a:r>
              <a:t>Generate an optimized timetable from current data.</a:t>
            </a:r>
          </a:p>
          <a:p>
            <a:pPr/>
            <a:r>
              <a:t>Show a comparison between random and GA-optimized schedules.</a:t>
            </a:r>
          </a:p>
          <a:p>
            <a:pPr/>
            <a:r>
              <a:t>View fitness evolution over generations with a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the server with npm install and node server.js.</a:t>
            </a:r>
          </a:p>
          <a:p>
            <a:pPr/>
            <a:r>
              <a:t>2. Open http://localhost:3000.</a:t>
            </a:r>
          </a:p>
          <a:p>
            <a:pPr/>
            <a:r>
              <a:t>3. Add or review sample courses, teachers, rooms, and timeslots.</a:t>
            </a:r>
          </a:p>
          <a:p>
            <a:pPr/>
            <a:r>
              <a:t>4. Click Generate Optimized Timetable.</a:t>
            </a:r>
          </a:p>
          <a:p>
            <a:pPr/>
            <a:r>
              <a:t>5. View the result and the fitness chart.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gaEngine.js defines Schedule and handles:</a:t>
            </a:r>
          </a:p>
          <a:p>
            <a:pPr/>
            <a:r>
              <a:t>  - random initialization,</a:t>
            </a:r>
          </a:p>
          <a:p>
            <a:pPr/>
            <a:r>
              <a:t>  - fitness evaluation,</a:t>
            </a:r>
          </a:p>
          <a:p>
            <a:pPr/>
            <a:r>
              <a:t>  - crossover,</a:t>
            </a:r>
          </a:p>
          <a:p>
            <a:pPr/>
            <a:r>
              <a:t>  - mutation.</a:t>
            </a:r>
          </a:p>
          <a:p>
            <a:pPr/>
            <a:r>
              <a:t>server.js defines routes like:</a:t>
            </a:r>
          </a:p>
          <a:p>
            <a:pPr/>
            <a:r>
              <a:t>  - /api/courses</a:t>
            </a:r>
          </a:p>
          <a:p>
            <a:pPr/>
            <a:r>
              <a:t>  - /api/teachers</a:t>
            </a:r>
          </a:p>
          <a:p>
            <a:pPr/>
            <a:r>
              <a:t>  - /api/rooms</a:t>
            </a:r>
          </a:p>
          <a:p>
            <a:pPr/>
            <a:r>
              <a:t>  - /api/timeslots</a:t>
            </a:r>
          </a:p>
          <a:p>
            <a:pPr/>
            <a:r>
              <a:t>  - /api/generate</a:t>
            </a:r>
          </a:p>
          <a:p>
            <a:pPr/>
            <a:r>
              <a:t>The app seeds sample data automatically on startup.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Your Teacher May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did you choose a Genetic Algorithm?</a:t>
            </a:r>
          </a:p>
          <a:p>
            <a:pPr/>
            <a:r>
              <a:t>What does a chromosome represent in your project?</a:t>
            </a:r>
          </a:p>
          <a:p>
            <a:pPr/>
            <a:r>
              <a:t>How do you measure timetable quality?</a:t>
            </a:r>
          </a:p>
          <a:p>
            <a:pPr/>
            <a:r>
              <a:t>What happens if there are not enough resources to schedule all classes?</a:t>
            </a:r>
          </a:p>
          <a:p>
            <a:pPr/>
            <a:r>
              <a:t>How does the app ensure no clashes occur?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Answers to Common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GA? Because it can efficiently search many possible schedules and improve solutions over time.</a:t>
            </a:r>
          </a:p>
          <a:p>
            <a:pPr/>
            <a:r>
              <a:t>Chromosome meaning: one complete timetable, with each gene representing a course assignment.</a:t>
            </a:r>
          </a:p>
          <a:p>
            <a:pPr/>
            <a:r>
              <a:t>Quality metric: fitness score and clash count.</a:t>
            </a:r>
          </a:p>
          <a:p>
            <a:pPr/>
            <a:r>
              <a:t>Not enough resources: the algorithm will still try to minimize clashes, but a perfect schedule may not be possible.</a:t>
            </a:r>
          </a:p>
          <a:p>
            <a:pPr/>
            <a:r>
              <a:t>No clashes: by penalizing teacher and room conflicts in the fitness function and evolving solutions.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TimetableGA is a complete web app for automated scheduling.</a:t>
            </a:r>
          </a:p>
          <a:p>
            <a:pPr/>
            <a:r>
              <a:t>It combines backend APIs, database storage, frontend UI, and evolutionary optimization.</a:t>
            </a:r>
          </a:p>
          <a:p>
            <a:pPr/>
            <a:r>
              <a:t>The system is interactive and demonstrates real-time improvement.</a:t>
            </a:r>
          </a:p>
          <a:p>
            <a:pPr/>
            <a:r>
              <a:t>This project shows both practical application and algorithmic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